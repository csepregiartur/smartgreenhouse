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670" y="1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400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Greenhouse Manager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desktop pentru monitorizarea și administrarea unei sere inteligente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2606040"/>
            <a:ext cx="2743200" cy="1828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286000" y="2926080"/>
            <a:ext cx="4572000" cy="1645920"/>
          </a:xfrm>
          <a:prstGeom prst="rect">
            <a:avLst/>
          </a:prstGeom>
          <a:solidFill>
            <a:srgbClr val="2A2A2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743200" y="306324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Echipă: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Csepregi Artur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Facultatea: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Csepregi Artur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Anul: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Introducere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Greenhouse Manager este o aplicație desktop realizată în C#, WinForms și SQL Server, concepută pentru monitorizarea în timp real a parametrilor unei sere inteligente. Sistemul colectează și afișează valori de la senzori, generează alerte automate și oferă funcții de administrare.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103120"/>
            <a:ext cx="3840480" cy="22860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Problema rezolvată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Monitorizare centralizată a serei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Observarea rapidă a variațiilor de temperatură, umiditate, lumină și CO₂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Intervenție rapidă când valorile depășesc pragurile permise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2103120"/>
            <a:ext cx="3840480" cy="22860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120640" y="2240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Utilizatori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788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692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 completă a senzorilor și configurărilor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5661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Operatori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66928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Monitorizare valori și urmărire alerte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Arhitectură pe 3 niveluri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ales o arhitectură stratificată pentru a separa interfața de logică și de accesul la date. Astfel, codul este mai ușor de întreținut, extins și testat.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14600" y="1783080"/>
            <a:ext cx="4114800" cy="6858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SmartGreenhouse.UI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00400" y="2130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 WinForms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623560" y="1965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Prezentare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58284" y="2468880"/>
            <a:ext cx="27432" cy="182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2514600" y="2651760"/>
            <a:ext cx="4114800" cy="6858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480" y="2788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0400" y="2697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SmartGreenhouse.BLL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20040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Simulare, reguli, alerte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62356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558284" y="3337560"/>
            <a:ext cx="27432" cy="182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2514600" y="3520440"/>
            <a:ext cx="4114800" cy="6858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36576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0040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SmartGreenhouse.DAL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3200400" y="38679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Repository-uri și SQL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623560" y="3703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Date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58284" y="4206240"/>
            <a:ext cx="27432" cy="1828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2514600" y="4389120"/>
            <a:ext cx="4114800" cy="6858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45262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20040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SmartGreenhouse.Models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00400" y="47365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Entități și clase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623560" y="4572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Domeniu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Diagrame UML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840480" cy="347472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Use Case arată ce pot face administratorii, operatorii și utilizatorii de tip viewer.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2286000"/>
            <a:ext cx="3108960" cy="192024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914400" y="22860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051560"/>
            <a:ext cx="3840480" cy="347472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120640" y="1188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120640" y="1645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Entități principale: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Sensor, SensorReading, Alert, Actuator, ActuatorCommand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03520" y="2286000"/>
            <a:ext cx="3108960" cy="192024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303520" y="228600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Fișiere sursă: docs/uml/01-use-case.puml  |  docs/uml/02-class-diagram.puml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C9CDDA-62D0-EAF9-4419-51CAC9DA6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455" y="2286000"/>
            <a:ext cx="1972817" cy="192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03178E-7A62-7477-2033-5C58D3B5AF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21" y="2286000"/>
            <a:ext cx="3063240" cy="192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Baza de Date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 de date relațională a fost realizată în SQL Server și conține tabele pentru utilizatori, senzori, citiri, actuatoare, comenzi și alerte. Structura urmărește păstrarea istoricului măsurătorilor și susține extinderea aplicației spre control automat al serei.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256032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Utilizatori și roluri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828800"/>
            <a:ext cx="256032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47472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7472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senzori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256032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SensorReadings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Istoric măsurători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926080"/>
            <a:ext cx="256032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400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Actuators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Dispozitive control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91840" y="2926080"/>
            <a:ext cx="256032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34747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ActuatorCommands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47472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Comenzi actuatoare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26480" y="2926080"/>
            <a:ext cx="256032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30936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30936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generate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Relații importante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utilizator poate crea mai mulți senzori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senzor are mai multe citiri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senzor poate genera mai multe alerte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actuator poate primi mai multe comenzi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Interfețe Grafice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173736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640080" y="1188720"/>
            <a:ext cx="2194560" cy="141732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118872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17520" y="1325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017520" y="1691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Autentificare utilizator și validare credențiale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051560"/>
            <a:ext cx="4023360" cy="173736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029200" y="1188720"/>
            <a:ext cx="2194560" cy="141732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029200" y="118872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13258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16916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Vizualizare valori în timp real și alerte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4023360" cy="173736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40080" y="3154680"/>
            <a:ext cx="2194560" cy="141732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31546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01752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Gestionare Senzori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01752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</a:t>
            </a: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pentru senzorii activi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3017520"/>
            <a:ext cx="4023360" cy="173736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029200" y="3154680"/>
            <a:ext cx="2194560" cy="1417320"/>
          </a:xfrm>
          <a:prstGeom prst="rect">
            <a:avLst/>
          </a:prstGeom>
          <a:solidFill>
            <a:srgbClr val="26262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029200" y="3154680"/>
            <a:ext cx="2194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06640" y="32918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Editare Senzor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406640" y="36576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Setarea pragurilor minime, maxime, warning și critical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8FF04B2-C965-E5D4-6ED4-D7F6B5FEA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30" y="1200150"/>
            <a:ext cx="1985859" cy="14173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D9F20DF-E0DE-1728-1626-5C1B5F220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812" y="1197058"/>
            <a:ext cx="2189710" cy="117784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C8BC5E4-E5E4-0C87-49A4-A308367849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179507"/>
            <a:ext cx="2194560" cy="130105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8D73AC4-9677-66C0-B59E-2EEAE6653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4812" y="3102003"/>
            <a:ext cx="2178948" cy="14699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Funcționalități Principale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252728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Autentificare pe roluri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8872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și operator cu permisiuni diferite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846320" y="1051560"/>
            <a:ext cx="402336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5272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7784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 Senzori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57784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Adăugare, editare, ștergere senzori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2103120"/>
            <a:ext cx="402336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30428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real-time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18872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actualizate în timp real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4846320" y="2103120"/>
            <a:ext cx="402336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304288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57784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Simulare inteligentă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5577840" y="2560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Generare automată valori senzori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57200" y="3154680"/>
            <a:ext cx="402336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355848"/>
            <a:ext cx="411480" cy="4114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887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Alerte automate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118872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Notificări la depășirea pragurilor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846320" y="3154680"/>
            <a:ext cx="4023360" cy="86868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3355848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57784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Istoric SQL Server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557784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Stocare completă a tuturor citirilor</a:t>
            </a:r>
            <a:endParaRPr lang="en-US" sz="1100" dirty="0"/>
          </a:p>
        </p:txBody>
      </p:sp>
      <p:sp>
        <p:nvSpPr>
          <p:cNvPr id="29" name="Text 20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pune accent pe monitorizarea continuă a serei și pe reacția rapidă la depășirea pragurilor critice. Administratorul poate gestiona senzorii, iar operatorul poate urmări valorile și alertele din dashboard.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Notă: Partea de rapoarte și control actuatoare este pregătită parțial, dar nu este finalizată complet în interfață.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Delegate și Evenimente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498080" y="182880"/>
            <a:ext cx="1097280" cy="411480"/>
          </a:xfrm>
          <a:prstGeom prst="rect">
            <a:avLst/>
          </a:prstGeom>
          <a:solidFill>
            <a:srgbClr val="00E67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WOW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folosit delegate și evenimente pentru a separa logica de business de interfața grafică. Când simulatorul generează o nouă citire, dashboard-ul este notificat automat și actualizează valorile vizuale fără interogări repetate în UI.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4398818" cy="155448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delegate void NewReadingEventHandler(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C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 sender, NewReadingEventArgs e);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event NewReadingEventHandler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3B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NewReadingGenerated;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C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_simulator.NewReadingGenerated += OnNewReadingGenerated;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BC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_alertService.AlertGenerated += OnAlertGenerated;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727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 evenimente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7270" y="379476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50727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447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Simulatorul generează o valoare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7270" y="429768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0727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6447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Citirea este salvată în baza de date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032761" y="4294199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032761" y="4294199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89961" y="4294199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Serviciul de alerte verifică pragurile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0" y="4297680"/>
            <a:ext cx="320040" cy="3200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5669280" y="4297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648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primește evenimentul și actualizează dashboard-ul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pic>
        <p:nvPicPr>
          <p:cNvPr id="25" name="Picture 24" descr="PlantUML diagram">
            <a:extLst>
              <a:ext uri="{FF2B5EF4-FFF2-40B4-BE49-F238E27FC236}">
                <a16:creationId xmlns:a16="http://schemas.microsoft.com/office/drawing/2014/main" id="{DDB04ED7-A78D-7AE4-5E17-F447F16BE1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452" y="1619943"/>
            <a:ext cx="3844508" cy="249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Testare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874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Zonă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Nr. teste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Reușite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Observații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E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funcțional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și simulare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E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funcțional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senzori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E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E6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funcțional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Funcții incomplete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D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rapoarte, splash, alerte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00400"/>
            <a:ext cx="1783080" cy="9144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457200" y="3246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06040" y="3200400"/>
            <a:ext cx="1783080" cy="9144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6"/>
          <p:cNvSpPr/>
          <p:nvPr/>
        </p:nvSpPr>
        <p:spPr>
          <a:xfrm>
            <a:off x="2606040" y="3246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2606040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Trecute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3200400"/>
            <a:ext cx="1783080" cy="9144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4754880" y="3246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4754880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Eșuate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903720" y="3200400"/>
            <a:ext cx="1783080" cy="9144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6903720" y="3246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6903720" y="3749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Rată succes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Bug-uri găsite: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286000" y="4251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Lipsă FormSplash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Lipsă FormReports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pe roluri incomplet legat în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Concluzii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587752" cy="36576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40080" y="1188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am învățat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600200"/>
            <a:ext cx="222199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Organizarea unei aplicații pe straturi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Modelarea unei baze de date relaționale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Lucrul cu WinForms și evenimente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Conectarea unei aplicații C# la SQL Server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Structurarea unei aplicații reale de monitorizare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73552" y="1051560"/>
            <a:ext cx="2587752" cy="36576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456432" y="1188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Provocări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56432" y="1600200"/>
            <a:ext cx="222199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Sincronizarea între UI și logică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Proiectarea tabelelor și relațiilor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Menținerea unei interfețe clare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Integrarea tuturor componentelor într-un flux coerent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99048" y="1051560"/>
            <a:ext cx="2587752" cy="3657600"/>
          </a:xfrm>
          <a:prstGeom prst="rect">
            <a:avLst/>
          </a:prstGeom>
          <a:solidFill>
            <a:srgbClr val="2A2A2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281928" y="118872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C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am îmbunătăți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81928" y="1600200"/>
            <a:ext cx="222199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 pentru rapoarte și actuatoare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Grafice bazate pe date reale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Confirmarea alertelor din UI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 centralizată pentru connection string și setări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Vă mulțumim pentru atenție!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Întrebări?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108960"/>
            <a:ext cx="731520" cy="731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00400" y="3977640"/>
            <a:ext cx="2743200" cy="1828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Csepregi Artur  |  UTCN  |  2025-2026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721</Words>
  <Application>Microsoft Office PowerPoint</Application>
  <PresentationFormat>On-screen Show (16:9)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Artur Csepregi</dc:creator>
  <cp:lastModifiedBy>Artur Csepregi</cp:lastModifiedBy>
  <cp:revision>3</cp:revision>
  <dcterms:created xsi:type="dcterms:W3CDTF">2026-05-24T08:39:24Z</dcterms:created>
  <dcterms:modified xsi:type="dcterms:W3CDTF">2026-05-26T07:24:04Z</dcterms:modified>
</cp:coreProperties>
</file>